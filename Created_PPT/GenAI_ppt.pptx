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eck_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eck_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eck_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eck_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eck_p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eck_pag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eck_pag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eck_pag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eck_pag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eck_pag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eck_pag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eck_pag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eck_pag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eck_pag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